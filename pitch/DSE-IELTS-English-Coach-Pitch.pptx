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20040" cy="7315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students in Hong Kong &amp; Shenzhen prepare for DSE and IELTS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幫助香港與深圳學生備戰 DSE 與 IELTS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帮助香港与深圳学生备战 DSE 与 IELTS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投資機會  ·  投资机会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tutorial centres &amp; private schools  ·  面向補習社與私立學校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[Company Name Ltd]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融資要約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HKD for 30% equity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港幣 20 萬換取 30% 股權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投資金額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237744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HKD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54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share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股權比例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37744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554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value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投後估值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377440" cy="4114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~667,000 HKD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a partner who can bring students — through centres and schools — not only capital.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我們希望夥伴能帶來學生（透過補習社／學校），而不只是資金。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我们希望伙伴能带来学生（通过补习社／学校），而不只是资金。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  · 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學生痛點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practise hard — but still feel lost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學生很努力，卻仍不知道自己差在哪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00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feedback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不知道錯在哪裡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are busy. Students wait days for comments on writing and speaking.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600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exams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與 IELTS 分開準備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families need both — HK DSE now, IELTS for overseas plans.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600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stay consistent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難以堅持每天練習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clear weekly plan and visible progress, motivation drops.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  ·  Confidential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我們給學生甚麼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companion for every skill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讀寫聽說 — 一個地方練齊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Reading, Writing, Listening, Speaking — for DSE and IELTS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閱讀、寫作、聆聽、說話 — 同時支援 DSE 與 IELTS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Instant scores after practice, plus clear tips on how to improve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練習後即時得分，並用簡單語言說明如何進步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Chinese or English interface — parents and students both understand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7980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介面支援英文 / 繁體 / 簡體，家長與學生都看得懂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127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on phone and computer — practice anytime after class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手機與電腦都可用 — 下課後隨時練習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can assign practice as homework. Students see their weak areas. Parents see progress.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  ·  Confidential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產品畫面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see first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學生第一眼看到的畫面</a:t>
            </a:r>
            <a:endParaRPr lang="en-US" sz="1200" dirty="0"/>
          </a:p>
        </p:txBody>
      </p:sp>
      <p:pic>
        <p:nvPicPr>
          <p:cNvPr id="8" name="Image 0" descr="/home/ansgari2026/Desktop/english learning dse app/pitch/screenshots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4114800" cy="2560320"/>
          </a:xfrm>
          <a:prstGeom prst="rect">
            <a:avLst/>
          </a:prstGeom>
          <a:effectLst>
            <a:outerShdw sx="100000" sy="100000" kx="0" ky="0" algn="bl" rotWithShape="0" blurRad="152400" dist="50800" dir="16200000">
              <a:srgbClr val="000000">
                <a:alpha val="35000"/>
              </a:srgbClr>
            </a:outerShdw>
          </a:effectLst>
        </p:spPr>
      </p:pic>
      <p:pic>
        <p:nvPicPr>
          <p:cNvPr id="9" name="Image 1" descr="/home/ansgari2026/Desktop/english learning dse app/pitch/screenshots/02-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4023360" cy="2560320"/>
          </a:xfrm>
          <a:prstGeom prst="rect">
            <a:avLst/>
          </a:prstGeom>
          <a:effectLst>
            <a:outerShdw sx="100000" sy="100000" kx="0" ky="0" algn="bl" rotWithShape="0" blurRad="152400" dist="50800" dir="16200000">
              <a:srgbClr val="000000">
                <a:alpha val="35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11480" y="4023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 ·  首頁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09160" y="4023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·  登入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773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  ·  Confidential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產品畫面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students practise every day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學生每天練習的地方</a:t>
            </a:r>
            <a:endParaRPr lang="en-US" sz="1200" dirty="0"/>
          </a:p>
        </p:txBody>
      </p:sp>
      <p:pic>
        <p:nvPicPr>
          <p:cNvPr id="8" name="Image 0" descr="/home/ansgari2026/Desktop/english learning dse app/pitch/screenshots/03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4114800" cy="2560320"/>
          </a:xfrm>
          <a:prstGeom prst="rect">
            <a:avLst/>
          </a:prstGeom>
          <a:effectLst>
            <a:outerShdw sx="100000" sy="100000" kx="0" ky="0" algn="bl" rotWithShape="0" blurRad="152400" dist="50800" dir="16200000">
              <a:srgbClr val="000000">
                <a:alpha val="35000"/>
              </a:srgbClr>
            </a:outerShdw>
          </a:effectLst>
        </p:spPr>
      </p:pic>
      <p:pic>
        <p:nvPicPr>
          <p:cNvPr id="9" name="Image 1" descr="/home/ansgari2026/Desktop/english learning dse app/pitch/screenshots/04-pract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4023360" cy="2560320"/>
          </a:xfrm>
          <a:prstGeom prst="rect">
            <a:avLst/>
          </a:prstGeom>
          <a:effectLst>
            <a:outerShdw sx="100000" sy="100000" kx="0" ky="0" algn="bl" rotWithShape="0" blurRad="152400" dist="50800" dir="16200000">
              <a:srgbClr val="000000">
                <a:alpha val="35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411480" y="4023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progress &amp; weak areas  ·  學習儀表板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09160" y="4023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library — pick exam &amp; skill  ·  練習庫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4773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  ·  Confidential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CENTRES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給補習社 / 學校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more students without more overtime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幫助更多學生，減少老師加班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447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that gives feedback overnight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8249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功課 overnight 就能給學生初步反饋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305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DSE and IELTS classes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36829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與 IELTS 班共用同一平台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163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parents clear progress, not only attendance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05409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向家長展示學習進度，而不只是出席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0215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start as guest, then create accounts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73989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試堂可用訪客，正式學員再開帳戶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  ·  Confidential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機會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corridor of students who need English exams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港深之間，大量學生需要公開試英文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1732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thousands of Form 5–6 students prepare for DSE English. Families already pay for tutorials — they want tools that show real improvement.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Shenzhen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IELTS demand for overseas study. Many students also look toward Hong Kong exams — one platform covers both journeys.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  ·  Confidential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合作條款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partnership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簡單清晰的合作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split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股權分配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2560320" cy="41148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70%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 30%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HKD investment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資金用途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  More practice papers for students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  Improve the product &amp; launch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 Pilot classes with centres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 Company setup &amp; operations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  · 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D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20040" cy="7315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help more students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their exam goals.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一起幫助更多學生達成公開試目標。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Try the product together    2) Discuss a pilot class    3) Agree 200,000 HKD / 30%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Name]  ·  [email]  ·  [WhatsApp / WeChat]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 + IELTS English Coach  ·  Confidential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773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DSE + IELTS English Coach — Investment Pitch</dc:title>
  <dc:subject>PptxGenJS Presentation</dc:subject>
  <dc:creator>DSE + IELTS English Coach</dc:creator>
  <cp:lastModifiedBy>DSE + IELTS English Coach</cp:lastModifiedBy>
  <cp:revision>1</cp:revision>
  <dcterms:created xsi:type="dcterms:W3CDTF">2026-07-14T10:27:28Z</dcterms:created>
  <dcterms:modified xsi:type="dcterms:W3CDTF">2026-07-14T10:27:28Z</dcterms:modified>
</cp:coreProperties>
</file>